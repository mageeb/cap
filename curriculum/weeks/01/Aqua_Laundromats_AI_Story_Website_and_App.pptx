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d25df514194518" /><Relationship Type="http://schemas.openxmlformats.org/officeDocument/2006/relationships/extended-properties" Target="/docProps/app.xml" Id="R8167fce830c84dfe" /><Relationship Type="http://schemas.openxmlformats.org/officeDocument/2006/relationships/officeDocument" Target="/ppt/presentation.xml" Id="R4e3cda47dfe54c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bd57c08cd4f6b"/>
  </p:sldMasterIdLst>
  <p:notesMasterIdLst>
    <p:notesMasterId xmlns:r="http://schemas.openxmlformats.org/officeDocument/2006/relationships" r:id="R1158a410039a4ba6"/>
  </p:notesMasterIdLst>
  <p:sldIdLst>
    <p:sldId xmlns:r="http://schemas.openxmlformats.org/officeDocument/2006/relationships" id="256" r:id="R11af44de3a6a43d0"/>
    <p:sldId xmlns:r="http://schemas.openxmlformats.org/officeDocument/2006/relationships" id="257" r:id="R87b6f1fefe5d4aed"/>
    <p:sldId xmlns:r="http://schemas.openxmlformats.org/officeDocument/2006/relationships" id="258" r:id="R341a3f692afe463a"/>
    <p:sldId xmlns:r="http://schemas.openxmlformats.org/officeDocument/2006/relationships" id="259" r:id="R638234b763234c98"/>
    <p:sldId xmlns:r="http://schemas.openxmlformats.org/officeDocument/2006/relationships" id="260" r:id="Rb19a637a890247b6"/>
    <p:sldId xmlns:r="http://schemas.openxmlformats.org/officeDocument/2006/relationships" id="261" r:id="R2288332d98b8440a"/>
    <p:sldId xmlns:r="http://schemas.openxmlformats.org/officeDocument/2006/relationships" id="262" r:id="R54d57cc42efc4c56"/>
    <p:sldId xmlns:r="http://schemas.openxmlformats.org/officeDocument/2006/relationships" id="263" r:id="R15ee6164ea024bbc"/>
    <p:sldId xmlns:r="http://schemas.openxmlformats.org/officeDocument/2006/relationships" id="264" r:id="Rb407ff8916b74650"/>
    <p:sldId xmlns:r="http://schemas.openxmlformats.org/officeDocument/2006/relationships" id="265" r:id="R741550faaa5940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f4bca99664296" /><Relationship Type="http://schemas.openxmlformats.org/officeDocument/2006/relationships/slideMaster" Target="/ppt/slideMasters/slideMaster1.xml" Id="R882bd57c08cd4f6b" /><Relationship Type="http://schemas.openxmlformats.org/officeDocument/2006/relationships/notesMaster" Target="/ppt/notesMasters/notesMaster1.xml" Id="R1158a410039a4ba6" /><Relationship Type="http://schemas.openxmlformats.org/officeDocument/2006/relationships/presProps" Target="/ppt/presProps.xml" Id="R4f84fb3a7aad40ec" /><Relationship Type="http://schemas.openxmlformats.org/officeDocument/2006/relationships/tableStyles" Target="/ppt/tableStyles.xml" Id="R16ee1793d7c24544" /><Relationship Type="http://schemas.openxmlformats.org/officeDocument/2006/relationships/slide" Target="/ppt/slides/slide1.xml" Id="R11af44de3a6a43d0" /><Relationship Type="http://schemas.openxmlformats.org/officeDocument/2006/relationships/slide" Target="/ppt/slides/slide2.xml" Id="R87b6f1fefe5d4aed" /><Relationship Type="http://schemas.openxmlformats.org/officeDocument/2006/relationships/slide" Target="/ppt/slides/slide3.xml" Id="R341a3f692afe463a" /><Relationship Type="http://schemas.openxmlformats.org/officeDocument/2006/relationships/slide" Target="/ppt/slides/slide4.xml" Id="R638234b763234c98" /><Relationship Type="http://schemas.openxmlformats.org/officeDocument/2006/relationships/slide" Target="/ppt/slides/slide5.xml" Id="Rb19a637a890247b6" /><Relationship Type="http://schemas.openxmlformats.org/officeDocument/2006/relationships/slide" Target="/ppt/slides/slide6.xml" Id="R2288332d98b8440a" /><Relationship Type="http://schemas.openxmlformats.org/officeDocument/2006/relationships/slide" Target="/ppt/slides/slide7.xml" Id="R54d57cc42efc4c56" /><Relationship Type="http://schemas.openxmlformats.org/officeDocument/2006/relationships/slide" Target="/ppt/slides/slide8.xml" Id="R15ee6164ea024bbc" /><Relationship Type="http://schemas.openxmlformats.org/officeDocument/2006/relationships/slide" Target="/ppt/slides/slide9.xml" Id="Rb407ff8916b74650" /><Relationship Type="http://schemas.openxmlformats.org/officeDocument/2006/relationships/slide" Target="/ppt/slides/slide10.xml" Id="R741550faaa5940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c708d1f5c2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0a93af03254a04" /><Relationship Type="http://schemas.openxmlformats.org/officeDocument/2006/relationships/notesMaster" Target="/ppt/notesMasters/notesMaster1.xml" Id="R5dc86f1ecf4e44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732fdefebb406f" /><Relationship Type="http://schemas.openxmlformats.org/officeDocument/2006/relationships/notesMaster" Target="/ppt/notesMasters/notesMaster1.xml" Id="R8a8f9e1beea34d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9f72817ad4046" /><Relationship Type="http://schemas.openxmlformats.org/officeDocument/2006/relationships/notesMaster" Target="/ppt/notesMasters/notesMaster1.xml" Id="Rdefc97a84ea3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3b743bc9bc4943" /><Relationship Type="http://schemas.openxmlformats.org/officeDocument/2006/relationships/notesMaster" Target="/ppt/notesMasters/notesMaster1.xml" Id="R434854a316a9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6d42895c24480d" /><Relationship Type="http://schemas.openxmlformats.org/officeDocument/2006/relationships/notesMaster" Target="/ppt/notesMasters/notesMaster1.xml" Id="Rfc66ea3590b14a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6c83334be7476a" /><Relationship Type="http://schemas.openxmlformats.org/officeDocument/2006/relationships/notesMaster" Target="/ppt/notesMasters/notesMaster1.xml" Id="Re54b42aa328740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7851801024828" /><Relationship Type="http://schemas.openxmlformats.org/officeDocument/2006/relationships/notesMaster" Target="/ppt/notesMasters/notesMaster1.xml" Id="Rf566d3883a364d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158d92007b478b" /><Relationship Type="http://schemas.openxmlformats.org/officeDocument/2006/relationships/notesMaster" Target="/ppt/notesMasters/notesMaster1.xml" Id="R0c53fb8d295b45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bbfd1e497438c" /><Relationship Type="http://schemas.openxmlformats.org/officeDocument/2006/relationships/notesMaster" Target="/ppt/notesMasters/notesMaster1.xml" Id="R192c800ea03f4d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03097250574175" /><Relationship Type="http://schemas.openxmlformats.org/officeDocument/2006/relationships/notesMaster" Target="/ppt/notesMasters/notesMaster1.xml" Id="Rce82ee814a1f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am not presenting myself as a software engineer. I am sharing how I took a real business problem, learned as I went, and used AI as a helper to build both a business website and a scheduling app. The main lesson is that an idea can become something useful when we keep asking clear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kind of real-world issue that started the project. I knew the day-to-day work, the people, and the questions that a schedule needed to answer. That knowledge mattered before any technology did.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what I mean when I say I started thinking like an engineer. I was not memorizing code. I was turning a vague idea into questions that could be answered, built, and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version did not have to be perfect. I found problems by actually using it. The goal was never to hide mistakes. The goal was to see them, understand them, and improve the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biggest help was that I could start in plain language. I did not need to know the right technical word first. AI could help turn my description into a plan, then I could review and test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simplest picture of how I worked. GitHub was the shared home for the project files, saved changes, and test history. When I shared the repository, either AI tool could inspect the same state of the app and help from there. But GitHub did not automatically share private conversations, so I still needed to describe the goal and give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is like a notebook for the project. It keeps versions of the work. When I make a change, I can name it, test it, and understand what happened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Security is not only a technical word. It means people can trust the app with their work. We thought about who should see pay information, what happens when the internet has a problem, and how to reduce the risk of lost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not know everything about software. But I have learned to pause and ask what could go wrong, who it affects, and how I can verify the answer. That is a skill kids can use in any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final message is simple: you do not have to wait until you know everything. Start with a problem you care about. Ask a clear question. Learn one step at a time, and ask for help when you need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8a749645e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4cf15b6a68412f" /><Relationship Type="http://schemas.openxmlformats.org/officeDocument/2006/relationships/slideLayout" Target="/ppt/slideLayouts/slideLayout1.xml" Id="Rbe97dfb6b9234b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7dfb6b9234b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e076586d4f8e" /><Relationship Type="http://schemas.openxmlformats.org/officeDocument/2006/relationships/notesSlide" Target="/ppt/notesSlides/notesSlide1.xml" Id="R8960ab92c112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f44cb31e346d1" /><Relationship Type="http://schemas.openxmlformats.org/officeDocument/2006/relationships/image" Target="/ppt/media/image.png" Id="Rbe94ec75f4f24103" /><Relationship Type="http://schemas.openxmlformats.org/officeDocument/2006/relationships/notesSlide" Target="/ppt/notesSlides/notesSlide2.xml" Id="R7b42b801172a4d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9e6daa3114905" /><Relationship Type="http://schemas.openxmlformats.org/officeDocument/2006/relationships/notesSlide" Target="/ppt/notesSlides/notesSlide3.xml" Id="R8a3acce381184e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cba0d7a3142bc" /><Relationship Type="http://schemas.openxmlformats.org/officeDocument/2006/relationships/image" Target="/ppt/media/image2.png" Id="R8fc7b527e77646ac" /><Relationship Type="http://schemas.openxmlformats.org/officeDocument/2006/relationships/notesSlide" Target="/ppt/notesSlides/notesSlide4.xml" Id="Rdd1bfdd7426649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9da7fdfb44ce8" /><Relationship Type="http://schemas.openxmlformats.org/officeDocument/2006/relationships/notesSlide" Target="/ppt/notesSlides/notesSlide5.xml" Id="Rea57f5fde63944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019cc83474e68" /><Relationship Type="http://schemas.openxmlformats.org/officeDocument/2006/relationships/notesSlide" Target="/ppt/notesSlides/notesSlide6.xml" Id="Rf3d6295ce26e4b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3bc8c53fc4cca" /><Relationship Type="http://schemas.openxmlformats.org/officeDocument/2006/relationships/notesSlide" Target="/ppt/notesSlides/notesSlide7.xml" Id="R8efe19b129b14d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c2109118f41b9" /><Relationship Type="http://schemas.openxmlformats.org/officeDocument/2006/relationships/image" Target="/ppt/media/image3.png" Id="R986eef4120f4446d" /><Relationship Type="http://schemas.openxmlformats.org/officeDocument/2006/relationships/notesSlide" Target="/ppt/notesSlides/notesSlide8.xml" Id="R752b2b3d4a6e4f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1c469bc04b34" /><Relationship Type="http://schemas.openxmlformats.org/officeDocument/2006/relationships/notesSlide" Target="/ppt/notesSlides/notesSlide9.xml" Id="R1ff8cd7dd7a44f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51889f3f347c5" /><Relationship Type="http://schemas.openxmlformats.org/officeDocument/2006/relationships/notesSlide" Target="/ppt/notesSlides/notesSlide10.xml" Id="R3125e1b1e087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49A97-29A2-42EB-97BF-F18F7804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5138E-CCE9-434C-8983-3A6BC5A4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5653F-D122-49EE-ADA3-F1178222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4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5C985-A370-4DA5-A7D2-E4B1CD2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21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E0A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57984-C4E6-4BA6-9F2C-3B2CBA61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EC5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C5FF"/>
                </a:solidFill>
                <a:latin typeface="Arial"/>
                <a:ea typeface="Arial"/>
                <a:cs typeface="Arial"/>
              </a:rPr>
              <a:t>MY APP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7ED25-AC08-452E-B420-4AEDD920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idea can become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website or an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7EDEF-74CC-4D0B-B447-98B5A231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7D9F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C7D9F8"/>
                </a:solidFill>
                <a:latin typeface="Arial"/>
                <a:ea typeface="Arial"/>
                <a:cs typeface="Arial"/>
              </a:rPr>
              <a:t>How I built a business website and the Aqua Laundromats Scheduler with AI help, curiosity, and a lot of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C7B4F-6CE4-4EB9-8B95-3BA38BE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352800" cy="34290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EE061-8AE3-4046-8A05-DD4A03A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E1C4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E1C44"/>
                </a:solidFill>
                <a:latin typeface="Arial"/>
                <a:ea typeface="Arial"/>
                <a:cs typeface="Arial"/>
              </a:rPr>
              <a:t>AQUA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12DAA-B11F-43D7-A5D1-93BBF37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Laundromats LLC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83E8A-9031-4853-95E0-C862FB79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B558E-0C2D-4917-9AF8-EBBDC97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Church presentation</a:t>
            </a:r>
          </a:p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CE974-89A4-4EB2-AF0D-02DB86BF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EC5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C5FF"/>
                </a:solidFill>
                <a:latin typeface="Arial"/>
                <a:ea typeface="Arial"/>
                <a:cs typeface="Arial"/>
              </a:rPr>
              <a:t>Built by Mak</a:t>
            </a:r>
          </a:p>
        </p:txBody>
      </p:sp>
    </p:spTree>
    <p:extLst>
      <p:ext uri="{BB962C8B-B14F-4D97-AF65-F5344CB8AC3E}">
        <p14:creationId xmlns:p14="http://schemas.microsoft.com/office/powerpoint/2010/main" val="1294605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679FA-842C-4411-B0AA-CBF371A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The problem at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FCEE9-06DF-44D9-8710-CD6DFB95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A schedule needs to be clear, current, and trusted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1732D-ED9A-469F-ABF5-6B0EAF29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I started with ordinary problems: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0851D-D4E8-429B-9262-F13505E7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3338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044"/>
                </a:solidFill>
                <a:latin typeface="Arial"/>
                <a:ea typeface="Arial"/>
                <a:cs typeface="Arial"/>
              </a:rPr>
              <a:t>• People need to know when they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044"/>
                </a:solidFill>
                <a:latin typeface="Arial"/>
                <a:ea typeface="Arial"/>
                <a:cs typeface="Arial"/>
              </a:rPr>
              <a:t>• Time off and schedule changes must stay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044"/>
                </a:solidFill>
                <a:latin typeface="Arial"/>
                <a:ea typeface="Arial"/>
                <a:cs typeface="Arial"/>
              </a:rPr>
              <a:t>• Payroll needs the right hours for the right pay period.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CEAB3-8E7B-49FE-A9A5-110B42C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B88"/>
                </a:solidFill>
                <a:latin typeface="Arial"/>
                <a:ea typeface="Arial"/>
                <a:cs typeface="Arial"/>
              </a:rPr>
              <a:t>That was enough to begin. I did not start with code. I started with a problem I understood.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B1FD1-B430-40F4-B36B-0FF362E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60960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FB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4ec75f4f24103"/>
          <a:srcRect xmlns:a="http://schemas.openxmlformats.org/drawingml/2006/main" l="4613" t="0" r="46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25" y="1724025"/>
            <a:ext cx="5810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A4E6B-41D0-4DC2-9296-15B3C56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88C5C-E57A-4D64-8B86-6490610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B1286-EE83-4958-BC9B-1DBA3F8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5431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D766D-8565-414B-BC9B-AAB3EA1C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The first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D8A51-355A-408C-A0E0-3D4E389F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My design came from the work, not from a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83B50-D282-43E2-87B7-15EBDE8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A9340-A42E-4EFD-800A-F1447DE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0AD10-F4FD-486D-8430-2CC3F163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What repeats every week?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DA0A5-3787-4419-BB3B-1B819B32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Schedules, time off, deep cleans, and payroll hours.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4C59A-0BFA-4199-B23E-7AF662D1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62275"/>
            <a:ext cx="795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B539-92B9-451B-BE2C-3A78A1D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75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D79E5-861E-4182-B8F3-14432520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146D3-AAAE-4DCB-BE6C-1DA228D6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Who needs to use 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4914A-A131-438B-80D1-17A4F219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19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Owners need the full picture. Managers need the schedule.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8C1D6-6D65-4D38-BC4A-8A8E594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00525"/>
            <a:ext cx="795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DC45E-5D8B-4B2C-8853-5E5D6EE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A1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B8D3F-827C-4E72-9B0B-7721026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52AE4-F0FE-4E0F-B8CE-8DC4165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386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What must never happen?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65B1C-6926-4DF1-A925-1BF751CA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A person’s time off or hours should not disappear.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5E15C-6DC0-41B4-A13C-EA81C840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Those questions became the app’s features and its safety 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C6278-AF17-41FB-A534-2A5075A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69A06-82DB-4577-9663-2498EB5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C6AD4-F6E6-40EA-93C9-C8D0EB7A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0302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18D6F-E031-4E4C-A329-BE574CA6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Obstacles that changed the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CA113-82EC-4D05-B521-DEDD83FE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Every difficult moment gave me a better question to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3E6CE-0300-4C9F-9AC3-FFCC3668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F1A5-C163-4EF9-99FD-B3F5228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621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Phone screens felt crowded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92F89-05D7-480D-8646-2EAD289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669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88"/>
                </a:solidFill>
                <a:latin typeface="Arial"/>
                <a:ea typeface="Arial"/>
                <a:cs typeface="Arial"/>
              </a:rPr>
              <a:t>I redesigned the mobile experience for quick edits.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CD958-61F3-4CBD-ABD1-628BB50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1F4CF-16A0-428C-966F-97F5024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A cloud save can fail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0CC6A-8343-429C-BB9D-5F259F62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88"/>
                </a:solidFill>
                <a:latin typeface="Arial"/>
                <a:ea typeface="Arial"/>
                <a:cs typeface="Arial"/>
              </a:rPr>
              <a:t>The app now says whether it saved to cloud or only locally.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A069A-0E4E-4354-B103-40406399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A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28401-4387-4E9A-817B-69F409F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337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Dates can be confusing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760AA-AD85-4202-9308-4D6820C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88"/>
                </a:solidFill>
                <a:latin typeface="Arial"/>
                <a:ea typeface="Arial"/>
                <a:cs typeface="Arial"/>
              </a:rPr>
              <a:t>The pay period stays visible so I know which two weeks I am editing.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8F78E-DFF8-45CF-850B-45875C9A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B2EEB-1C2C-4416-9830-301C38B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Different people need different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3C54B-5518-494D-A142-9DD5D1B3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88"/>
                </a:solidFill>
                <a:latin typeface="Arial"/>
                <a:ea typeface="Arial"/>
                <a:cs typeface="Arial"/>
              </a:rPr>
              <a:t>Owner and manager roles protect sensitive information.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DEB8F-8B9C-463B-809F-87349AF1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71625"/>
            <a:ext cx="3333750" cy="46672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8FB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b527e77646ac"/>
          <a:srcRect xmlns:a="http://schemas.openxmlformats.org/drawingml/2006/main" l="0" t="16724" r="0" b="16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724025"/>
            <a:ext cx="3028950" cy="4362450"/>
          </a:xfrm>
          <a:prstGeom xmlns:a="http://schemas.openxmlformats.org/drawingml/2006/main" prst="roundRect">
            <a:avLst>
              <a:gd name="adj" fmla="val 503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2B014-BB6A-490A-8E12-0644EFE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57450"/>
            <a:ext cx="200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1C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1C44"/>
                </a:solidFill>
                <a:latin typeface="Arial"/>
                <a:ea typeface="Arial"/>
                <a:cs typeface="Arial"/>
              </a:rPr>
              <a:t>The app improved because I used it, noticed problems, and kept asking for a better version.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FCA8E-698C-48D0-9B6D-DF1D3053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F11FE-EAC3-4237-A6EF-4DE6497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26407-20E8-44EB-84F7-73C1B784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0039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C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D65DF-F763-4109-8C51-45822157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AI helped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4BE92-22DC-47D0-9531-230485A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D3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D3FF"/>
                </a:solidFill>
                <a:latin typeface="Arial"/>
                <a:ea typeface="Arial"/>
                <a:cs typeface="Arial"/>
              </a:rPr>
              <a:t>I could describe the work in normal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B3D26-7987-48F4-87EE-546450C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10125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6CD63-5B01-4D56-A239-A7CD788D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C5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C5FF"/>
                </a:solidFill>
                <a:latin typeface="Arial"/>
                <a:ea typeface="Arial"/>
                <a:cs typeface="Arial"/>
              </a:rPr>
              <a:t>WHAT I COULD 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57B74-91D1-4C54-83E8-FA1E56D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3924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“I need a button that takes me back to the current schedule.”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42B6C-5EAB-4A36-97A4-91186E8B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8D9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8D9F8"/>
                </a:solidFill>
                <a:latin typeface="Arial"/>
                <a:ea typeface="Arial"/>
                <a:cs typeface="Arial"/>
              </a:rPr>
              <a:t>I could explain the business problem without knowing the technical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908AF-CF0F-42A4-9EB1-1364177F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4102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8AD0-063F-4E6B-A816-91C1ABE1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WHAT AI COULD HELP WITH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93D47-46E0-4D70-A5C0-DE917F34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3338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044"/>
                </a:solidFill>
                <a:latin typeface="Arial"/>
                <a:ea typeface="Arial"/>
                <a:cs typeface="Arial"/>
              </a:rPr>
              <a:t>• Suggest a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044"/>
                </a:solidFill>
                <a:latin typeface="Arial"/>
                <a:ea typeface="Arial"/>
                <a:cs typeface="Arial"/>
              </a:rPr>
              <a:t>• Write a first version of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044"/>
                </a:solidFill>
                <a:latin typeface="Arial"/>
                <a:ea typeface="Arial"/>
                <a:cs typeface="Arial"/>
              </a:rPr>
              <a:t>• Explain tradeoffs and help create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43E64-3B6B-493A-81C3-762781B2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7E7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7E7FF"/>
                </a:solidFill>
                <a:latin typeface="Arial"/>
                <a:ea typeface="Arial"/>
                <a:cs typeface="Arial"/>
              </a:rPr>
              <a:t>AI did not replace my judgment. I still had to decide what was useful, test it, and ask the next question.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AF64F-5EF2-4B44-8602-EACEB828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CEA7A-6D4E-47CD-B268-7EC322D9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6822D-669B-4D53-B43A-F6B449F4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9941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77A45-91A1-4746-B3AE-A3D26E5C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How the project stayed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8E79A-2E56-41D4-9F83-16560FA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GitHub kept the shared project in one place, so both AI tools could inspect the same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06088-9961-4556-9CE3-880F4671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695450"/>
            <a:ext cx="4438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FE0F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37911-6F46-432B-B2A8-CFA64095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76425"/>
            <a:ext cx="3962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MY IDEAS +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9EC4-06C0-41B2-8878-FD7E5D2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71700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88"/>
                </a:solidFill>
                <a:latin typeface="Arial"/>
                <a:ea typeface="Arial"/>
                <a:cs typeface="Arial"/>
              </a:rPr>
              <a:t>I bring the problem, choose what matters, and test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26CBC-81D3-4E09-BA86-1960D52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050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2F6E5-4296-45E0-BE37-D52254C6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7241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FE0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F52C2-8EA8-451B-9BEE-D726486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EDC3E-6806-47DF-AC2E-8FDC574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Plans, explanations,</a:t>
            </a:r>
          </a:p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and first drafts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8E563-A7D6-45CF-9355-39D1829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41910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A2AA1-532A-4DA5-B0D3-1732579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EC5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EC5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4E3E1-3F60-479E-8AA9-A8D29129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app code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changes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AA4C6-2B69-4C51-817F-9EC599C8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7241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C9E9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68FED-3F00-4F77-A9DF-0EDAADE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0517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8786E-9AAD-487C-84FD-E340F561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Code review, testing,</a:t>
            </a:r>
          </a:p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and improvements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1E1D8-7E60-4166-88B5-8EBF5D03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2B02A-7216-4162-BF42-5A06F8C5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04973-E010-45E5-8EAC-6222E081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1C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1C44"/>
                </a:solidFill>
                <a:latin typeface="Arial"/>
                <a:ea typeface="Arial"/>
                <a:cs typeface="Arial"/>
              </a:rPr>
              <a:t>Both tools can inspect the same project state through GitHub when I share the repository.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23500-FAD7-4EC7-9AC9-75B8678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GitHub stores the project, not our private chats. I still provide the goal and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3150C-81D1-428A-A124-BBE72BF7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C39E9-3413-4287-A16B-B1AF4E63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65319-4EB3-4960-AF58-3309F116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5408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F09A9-CCD2-44FA-B908-3DAEDE3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GitHub gave the project a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1CD2F-F05D-4B35-BF71-CE9502E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Every update had a name, a history, and a way to review what 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5D837-B0AB-4A7D-BEAA-727C494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6675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C738A-548D-4B19-B329-22C51322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8C7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8C7FF"/>
                </a:solidFill>
                <a:latin typeface="Consolas"/>
                <a:ea typeface="Consolas"/>
                <a:cs typeface="Consolas"/>
              </a:rPr>
              <a:t>PROJECT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BF975-8B61-4DCF-9EE5-8D5BEAA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5810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7F1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E7F1FF"/>
                </a:solidFill>
                <a:latin typeface="Consolas"/>
                <a:ea typeface="Consolas"/>
                <a:cs typeface="Consolas"/>
              </a:rPr>
              <a:t>c6c322f  Refine desktop Aqua brand lockup v213</a:t>
            </a:r>
          </a:p>
          <a:p xmlns:a="http://schemas.openxmlformats.org/drawingml/2006/main">
            <a:pPr>
              <a:defRPr sz="1425">
                <a:solidFill>
                  <a:srgbClr val="E7F1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E7F1FF"/>
                </a:solidFill>
                <a:latin typeface="Consolas"/>
                <a:ea typeface="Consolas"/>
                <a:cs typeface="Consolas"/>
              </a:rPr>
              <a:t>b3fd35b  Rebrand app as Aqua Laundromats LLC v212</a:t>
            </a:r>
          </a:p>
          <a:p xmlns:a="http://schemas.openxmlformats.org/drawingml/2006/main">
            <a:pPr>
              <a:defRPr sz="1425">
                <a:solidFill>
                  <a:srgbClr val="E7F1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E7F1FF"/>
                </a:solidFill>
                <a:latin typeface="Consolas"/>
                <a:ea typeface="Consolas"/>
                <a:cs typeface="Consolas"/>
              </a:rPr>
              <a:t>734b8f5  Hide mobile sheets on desktop v211</a:t>
            </a:r>
          </a:p>
          <a:p xmlns:a="http://schemas.openxmlformats.org/drawingml/2006/main">
            <a:pPr>
              <a:defRPr sz="1425">
                <a:solidFill>
                  <a:srgbClr val="E7F1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E7F1FF"/>
                </a:solidFill>
                <a:latin typeface="Consolas"/>
                <a:ea typeface="Consolas"/>
                <a:cs typeface="Consolas"/>
              </a:rPr>
              <a:t>7549e13  Improve desktop Team week summaries v210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C15A7-FE00-4D77-A7F9-617869B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GitHub helped me keep a record of the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6FB1-6212-4449-817F-59441003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000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• I could see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• I could test before publishing.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• I could move forward without guessing.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9369F-41B1-4AAF-A4CA-AD8D0F2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That made the project feel less scary. I had a history to look back 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89C37-772B-4A06-BFAB-146A8AC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29646-7F33-42D2-959C-BCA1D266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C2CCA-BB15-460F-81CF-A56E8BA4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4694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5273E-3CFD-4F32-B1BF-E692EF1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044"/>
                </a:solidFill>
                <a:latin typeface="Arial"/>
                <a:ea typeface="Arial"/>
                <a:cs typeface="Arial"/>
              </a:rPr>
              <a:t>Security and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0FE25-AABD-42E1-8F13-130A8AAD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B88"/>
                </a:solidFill>
                <a:latin typeface="Arial"/>
                <a:ea typeface="Arial"/>
                <a:cs typeface="Arial"/>
              </a:rPr>
              <a:t>A useful app has to protect people’s information and their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7C857-11A5-464F-9491-12C76DA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191125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FB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eef4120f4446d"/>
          <a:srcRect xmlns:a="http://schemas.openxmlformats.org/drawingml/2006/main" l="8734" t="0" r="87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" y="1885950"/>
            <a:ext cx="4905375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703B2-973E-4F33-8AF3-27893D9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E8472-F437-499E-9E70-6BF07B8D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Owners and managers do not see the same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CFCE2-6BD1-4277-B07F-2E9E226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Cloud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BA82E-B568-4923-9BA3-36B2613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Firebase rules help control who can read and write.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3F73A-0B5A-4EBA-ABDB-A499FE11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Backups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B18A2-5CFF-4810-B9C6-E0F9B52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The app can keep a safer copy before a restore.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AC097-6314-413A-A9B0-A31233C8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Visible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C9B3B-C362-4D19-9E3D-4AF4135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88"/>
                </a:solidFill>
                <a:latin typeface="Arial"/>
                <a:ea typeface="Arial"/>
                <a:cs typeface="Arial"/>
              </a:rPr>
              <a:t>A clear message shows whether a save reached the cloud.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C0B17-7EE5-414D-9936-07807FD1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FE444-EEA1-4C0E-94C3-82E2A92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494D3-E018-4B9E-B328-ACA49CAB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3143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C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8A3EB-B213-4786-BC98-9C53C453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Thinking like an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70077-A73C-4A09-8A56-247C439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D3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D3FF"/>
                </a:solidFill>
                <a:latin typeface="Arial"/>
                <a:ea typeface="Arial"/>
                <a:cs typeface="Arial"/>
              </a:rPr>
              <a:t>I am still learning code, but I learned how to ask better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82A2B-CED6-4A15-93A8-8F42B218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C47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9D8D5-737E-4CED-9057-E6C9AFB0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could break?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A8AFC-7429-482F-A900-B5B10477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00250"/>
            <a:ext cx="4857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74F6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E9961-021E-4381-9479-B7F401CA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26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could be affected?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E17D7-D948-4E21-8C62-C620893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857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3C438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BA1CA-DACA-4F66-872C-36291F00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I test the fix?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B4B86-0A8D-470A-9DEC-5F30C9E3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24250"/>
            <a:ext cx="4857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683B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5AAB6-7F66-4B6A-B189-A3066F0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766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happens on a phone or weak internet?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6A23E-F93A-4141-9B01-00EAD34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EE0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CEE0FF"/>
                </a:solidFill>
                <a:latin typeface="Arial"/>
                <a:ea typeface="Arial"/>
                <a:cs typeface="Arial"/>
              </a:rPr>
              <a:t>That habit helps whether I am building an app, planning an event, or solving a problem at 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103B1-FCD0-4027-8AAD-F4EC1D9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BCAE8-499C-4B86-A6EF-2C17D98C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FA097-1D66-4A8D-B6B9-9F358BD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8224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649BF-A8B4-4E09-938C-3361CCE3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AE005-894E-44D3-85AF-A08DE49E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790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E1C4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E1C44"/>
                </a:solidFill>
                <a:latin typeface="Arial"/>
                <a:ea typeface="Arial"/>
                <a:cs typeface="Arial"/>
              </a:rPr>
              <a:t>Your idea might start with</a:t>
            </a:r>
          </a:p>
          <a:p xmlns:a="http://schemas.openxmlformats.org/drawingml/2006/main">
            <a:pPr>
              <a:defRPr sz="3900" b="1">
                <a:solidFill>
                  <a:srgbClr val="0E1C4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E1C44"/>
                </a:solidFill>
                <a:latin typeface="Arial"/>
                <a:ea typeface="Arial"/>
                <a:cs typeface="Arial"/>
              </a:rPr>
              <a:t>a problem you already know.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289C5-7A11-4492-A8FE-52E53E24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B6B88"/>
                </a:solidFill>
                <a:latin typeface="Arial"/>
                <a:ea typeface="Arial"/>
                <a:cs typeface="Arial"/>
              </a:rPr>
              <a:t>Look around school, home, church, or your neighborhood. Notice something confusing, slow, or frustrating. That can be the beginning of a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3A716-EA2D-4EA1-9A91-414D5156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76375"/>
            <a:ext cx="2000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C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7C581-2BA3-4785-A0B1-FF1D460D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193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D3498-4634-4447-B627-02D7A56F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D9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FD9FF"/>
                </a:solidFill>
                <a:latin typeface="Arial"/>
                <a:ea typeface="Arial"/>
                <a:cs typeface="Arial"/>
              </a:rPr>
              <a:t>Ask a clear question.</a:t>
            </a:r>
          </a:p>
          <a:p xmlns:a="http://schemas.openxmlformats.org/drawingml/2006/main">
            <a:pPr>
              <a:defRPr sz="1275">
                <a:solidFill>
                  <a:srgbClr val="BFD9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FD9FF"/>
                </a:solidFill>
                <a:latin typeface="Arial"/>
                <a:ea typeface="Arial"/>
                <a:cs typeface="Arial"/>
              </a:rPr>
              <a:t>Learn as you go.</a:t>
            </a:r>
          </a:p>
          <a:p xmlns:a="http://schemas.openxmlformats.org/drawingml/2006/main">
            <a:pPr>
              <a:defRPr sz="1275">
                <a:solidFill>
                  <a:srgbClr val="BFD9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FD9FF"/>
                </a:solidFill>
                <a:latin typeface="Arial"/>
                <a:ea typeface="Arial"/>
                <a:cs typeface="Arial"/>
              </a:rPr>
              <a:t>Keep improving.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83203-2697-40F0-B921-3D3E4C8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768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E8"/>
                </a:solidFill>
                <a:latin typeface="Arial"/>
                <a:ea typeface="Arial"/>
                <a:cs typeface="Arial"/>
              </a:rPr>
              <a:t>AI can help you begin. Your ideas give it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92C7F-C7E1-4223-9E8F-0952AA4B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81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1C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1C44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C6004-E101-4B32-8368-CA824A02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5027D-A719-4A48-8654-7CF3E66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Aqua Laundromats Scheduler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7780A-99E0-42BE-9CB1-D02B5337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B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B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7765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2026-09-11T06:36:22.5350000Z</dcterms:created>
  <dcterms:modified xsi:type="dcterms:W3CDTF">2026-09-11T06:36:22.5350000Z</dcterms:modified>
</coreProperties>
</file>